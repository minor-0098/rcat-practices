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22DFC3F-D070-C60E-ECB5-3B2834CB7F27}" v="423" dt="2025-03-17T10:12:01.9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72" autoAdjust="0"/>
    <p:restoredTop sz="94660"/>
  </p:normalViewPr>
  <p:slideViewPr>
    <p:cSldViewPr snapToGrid="0">
      <p:cViewPr varScale="1">
        <p:scale>
          <a:sx n="86" d="100"/>
          <a:sy n="86" d="100"/>
        </p:scale>
        <p:origin x="96" y="88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microsoft.com/office/2015/10/relationships/revisionInfo" Target="revisionInfo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538789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913845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15245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09203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1723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3125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388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18414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89582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29054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6CE7D5-CF57-46EF-B807-FDD0502418D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94456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46CE7D5-CF57-46EF-B807-FDD0502418D4}" type="datetimeFigureOut">
              <a:rPr lang="en-US" smtClean="0"/>
              <a:t>3/17/2025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095407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0E30439A-8A5B-46EC-8283-9B6B031D40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CEAD642-85CF-4750-8432-7C80C901F0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427"/>
            <a:ext cx="12192001" cy="6858000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150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A33EEAE-15D5-4119-8C1E-89D943F91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455521" y="-1720"/>
            <a:ext cx="11750040" cy="6840685"/>
          </a:xfrm>
          <a:prstGeom prst="rect">
            <a:avLst/>
          </a:prstGeom>
          <a:gradFill>
            <a:gsLst>
              <a:gs pos="21000">
                <a:schemeClr val="accent1">
                  <a:lumMod val="50000"/>
                  <a:alpha val="61000"/>
                </a:schemeClr>
              </a:gs>
              <a:gs pos="100000">
                <a:schemeClr val="accent1">
                  <a:alpha val="0"/>
                </a:schemeClr>
              </a:gs>
            </a:gsLst>
            <a:lin ang="21594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730D8B3B-9B80-4025-B934-26DC7D7CD2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606054" y="-1291"/>
            <a:ext cx="3608179" cy="6858864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0"/>
                </a:schemeClr>
              </a:gs>
              <a:gs pos="99000">
                <a:srgbClr val="000000">
                  <a:alpha val="41000"/>
                </a:srgb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B5A1B09C-1565-46F8-B70F-621C5EB48A0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274173">
            <a:off x="6059728" y="779270"/>
            <a:ext cx="4967533" cy="4988390"/>
          </a:xfrm>
          <a:prstGeom prst="ellipse">
            <a:avLst/>
          </a:prstGeom>
          <a:gradFill>
            <a:gsLst>
              <a:gs pos="0">
                <a:schemeClr val="accent1">
                  <a:alpha val="24000"/>
                </a:schemeClr>
              </a:gs>
              <a:gs pos="79000">
                <a:schemeClr val="accent1">
                  <a:lumMod val="60000"/>
                  <a:lumOff val="40000"/>
                  <a:alpha val="0"/>
                </a:schemeClr>
              </a:gs>
            </a:gsLst>
            <a:lin ang="14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86865" y="818984"/>
            <a:ext cx="6596245" cy="3268520"/>
          </a:xfrm>
        </p:spPr>
        <p:txBody>
          <a:bodyPr>
            <a:normAutofit/>
          </a:bodyPr>
          <a:lstStyle/>
          <a:p>
            <a:pPr algn="r"/>
            <a:r>
              <a:rPr lang="en-US" sz="4800">
                <a:solidFill>
                  <a:srgbClr val="FFFFFF"/>
                </a:solidFill>
                <a:ea typeface="+mj-lt"/>
                <a:cs typeface="+mj-lt"/>
              </a:rPr>
              <a:t>measuring water level using ultrasonic sensor</a:t>
            </a:r>
            <a:br>
              <a:rPr lang="en-US" sz="4800">
                <a:solidFill>
                  <a:srgbClr val="FFFFFF"/>
                </a:solidFill>
                <a:ea typeface="+mj-lt"/>
                <a:cs typeface="+mj-lt"/>
              </a:rPr>
            </a:br>
            <a:r>
              <a:rPr lang="en-US" sz="4800">
                <a:solidFill>
                  <a:srgbClr val="FFFFFF"/>
                </a:solidFill>
                <a:ea typeface="+mj-lt"/>
                <a:cs typeface="+mj-lt"/>
              </a:rPr>
              <a:t>Bhavya </a:t>
            </a:r>
            <a:endParaRPr lang="en-US" sz="4800">
              <a:solidFill>
                <a:srgbClr val="FFFFFF"/>
              </a:solidFill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8C516CC8-80AC-446C-A56E-9F54B721040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314" y="4480038"/>
            <a:ext cx="12179371" cy="2377962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34000"/>
                </a:srgbClr>
              </a:gs>
            </a:gsLst>
            <a:lin ang="17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3947E58-F088-49F1-A3D1-DEA690192E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 flipH="1">
            <a:off x="6967085" y="1632660"/>
            <a:ext cx="6857572" cy="3592258"/>
          </a:xfrm>
          <a:prstGeom prst="rect">
            <a:avLst/>
          </a:prstGeom>
          <a:gradFill>
            <a:gsLst>
              <a:gs pos="0">
                <a:schemeClr val="accent1">
                  <a:lumMod val="75000"/>
                  <a:alpha val="50000"/>
                </a:schemeClr>
              </a:gs>
              <a:gs pos="99000">
                <a:srgbClr val="000000">
                  <a:alpha val="0"/>
                </a:srgbClr>
              </a:gs>
            </a:gsLst>
            <a:lin ang="156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8572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BB3792-7C91-35EB-EA4E-B1AD7319D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Project Overview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C6E123-A97D-553C-C8B2-89E2234D94A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implement </a:t>
            </a:r>
            <a:r>
              <a:rPr lang="en-US" sz="2000">
                <a:latin typeface="Aptos"/>
                <a:ea typeface="+mn-lt"/>
                <a:cs typeface="+mn-lt"/>
              </a:rPr>
              <a:t>measuring water level using ultrasonic sensor</a:t>
            </a:r>
          </a:p>
          <a:p>
            <a:r>
              <a:rPr lang="en-US" sz="2000">
                <a:ea typeface="+mn-lt"/>
                <a:cs typeface="+mn-lt"/>
              </a:rPr>
              <a:t>Utilizes an STM32 microcontroller to control relay and a ultrasonic sensor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Provides an easy way to check tank water level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Enabling autofill of tank by checking water level using ultrasonic sensor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170065443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5784540-0848-362B-945D-1FE1CE7B92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Key Features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C011670-539C-33BE-3AF5-CC528C2648E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Implements accurate delays, using timers and systick timers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Interrupt – detects distance using ultrasonic sensor</a:t>
            </a:r>
            <a:endParaRPr lang="en-US" sz="2000"/>
          </a:p>
          <a:p>
            <a:r>
              <a:rPr lang="en-US" sz="2000">
                <a:ea typeface="+mn-lt"/>
                <a:cs typeface="+mn-lt"/>
              </a:rPr>
              <a:t>Controls pump to maintain tank water level</a:t>
            </a:r>
            <a:endParaRPr lang="en-US" sz="2000"/>
          </a:p>
        </p:txBody>
      </p:sp>
    </p:spTree>
    <p:extLst>
      <p:ext uri="{BB962C8B-B14F-4D97-AF65-F5344CB8AC3E}">
        <p14:creationId xmlns:p14="http://schemas.microsoft.com/office/powerpoint/2010/main" val="27425873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1BB515F-568F-15B2-3F18-1BFB69B2E9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</a:rPr>
              <a:t>Connections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6E24F3-9065-CD6D-4D5F-739E24628A4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/>
              <a:t>Relay in – PA5</a:t>
            </a:r>
          </a:p>
          <a:p>
            <a:r>
              <a:rPr lang="en-US" sz="2000"/>
              <a:t>Ultrasonic trigger  - PA9</a:t>
            </a:r>
          </a:p>
          <a:p>
            <a:r>
              <a:rPr lang="en-US" sz="2000"/>
              <a:t>Ultrasonic echo – PA8</a:t>
            </a:r>
          </a:p>
          <a:p>
            <a:r>
              <a:rPr lang="en-US" sz="2000"/>
              <a:t>Scl – PB6</a:t>
            </a:r>
          </a:p>
          <a:p>
            <a:r>
              <a:rPr lang="en-US" sz="2000"/>
              <a:t>Sda - PB7</a:t>
            </a:r>
          </a:p>
        </p:txBody>
      </p:sp>
    </p:spTree>
    <p:extLst>
      <p:ext uri="{BB962C8B-B14F-4D97-AF65-F5344CB8AC3E}">
        <p14:creationId xmlns:p14="http://schemas.microsoft.com/office/powerpoint/2010/main" val="19006322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15ED52-F352-441B-82BF-E0EA34836D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3B2E3793-BFE6-45A2-9B7B-E18844431C9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-1" y="-1"/>
            <a:ext cx="12191998" cy="1590742"/>
          </a:xfrm>
          <a:prstGeom prst="rect">
            <a:avLst/>
          </a:prstGeom>
          <a:gradFill>
            <a:gsLst>
              <a:gs pos="0">
                <a:srgbClr val="000000"/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C4C4868-CB8F-4AF9-9CDB-8108F2C19B6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-3" y="0"/>
            <a:ext cx="8115306" cy="1590742"/>
          </a:xfrm>
          <a:prstGeom prst="rect">
            <a:avLst/>
          </a:prstGeom>
          <a:gradFill>
            <a:gsLst>
              <a:gs pos="20000">
                <a:schemeClr val="accent1">
                  <a:alpha val="0"/>
                </a:schemeClr>
              </a:gs>
              <a:gs pos="100000">
                <a:schemeClr val="accent1">
                  <a:lumMod val="50000"/>
                  <a:alpha val="55000"/>
                </a:schemeClr>
              </a:gs>
            </a:gsLst>
            <a:lin ang="13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5E0459-6403-40CD-989D-56A4407CA12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8115299" y="-1"/>
            <a:ext cx="4076698" cy="1590742"/>
          </a:xfrm>
          <a:prstGeom prst="rect">
            <a:avLst/>
          </a:prstGeom>
          <a:gradFill>
            <a:gsLst>
              <a:gs pos="0">
                <a:schemeClr val="accent1">
                  <a:alpha val="66000"/>
                </a:schemeClr>
              </a:gs>
              <a:gs pos="100000">
                <a:srgbClr val="000000">
                  <a:alpha val="30000"/>
                </a:srgbClr>
              </a:gs>
            </a:gsLst>
            <a:lin ang="13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3E5B1A8-3AC9-4BD1-9BBC-78CA94F2D1B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59350" y="-1"/>
            <a:ext cx="11732646" cy="1597433"/>
          </a:xfrm>
          <a:prstGeom prst="rect">
            <a:avLst/>
          </a:prstGeom>
          <a:gradFill>
            <a:gsLst>
              <a:gs pos="50000">
                <a:srgbClr val="000000">
                  <a:alpha val="0"/>
                </a:srgbClr>
              </a:gs>
              <a:gs pos="99000">
                <a:schemeClr val="accent1">
                  <a:lumMod val="50000"/>
                  <a:alpha val="52000"/>
                </a:schemeClr>
              </a:gs>
            </a:gsLst>
            <a:lin ang="168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6470BC2-20A4-4028-07FB-91FA0BC7D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71599" y="294538"/>
            <a:ext cx="9895951" cy="1033669"/>
          </a:xfrm>
        </p:spPr>
        <p:txBody>
          <a:bodyPr>
            <a:normAutofit/>
          </a:bodyPr>
          <a:lstStyle/>
          <a:p>
            <a:r>
              <a:rPr lang="en-US" sz="4000">
                <a:solidFill>
                  <a:srgbClr val="FFFFFF"/>
                </a:solidFill>
                <a:ea typeface="+mj-lt"/>
                <a:cs typeface="+mj-lt"/>
              </a:rPr>
              <a:t>Conclusion</a:t>
            </a:r>
            <a:endParaRPr lang="en-US" sz="400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99086C-7E9E-ED1D-BB99-769C8EB7FB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599" y="2318197"/>
            <a:ext cx="9724031" cy="3683358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2000">
                <a:ea typeface="+mn-lt"/>
                <a:cs typeface="+mn-lt"/>
              </a:rPr>
              <a:t>successfully implements measuring water level using ultrasonic sensor and controlled pump using relay</a:t>
            </a:r>
          </a:p>
          <a:p>
            <a:r>
              <a:rPr lang="en-US" sz="2000"/>
              <a:t>When water level is below 100cm under the sensor ,pump turns on</a:t>
            </a:r>
          </a:p>
          <a:p>
            <a:r>
              <a:rPr lang="en-US" sz="2000"/>
              <a:t>When water level is 10cm under the sensor ,pump turns off</a:t>
            </a:r>
          </a:p>
          <a:p>
            <a:r>
              <a:rPr lang="en-US" sz="2000"/>
              <a:t>Current distance of water from sensor is printed on display</a:t>
            </a:r>
          </a:p>
        </p:txBody>
      </p:sp>
    </p:spTree>
    <p:extLst>
      <p:ext uri="{BB962C8B-B14F-4D97-AF65-F5344CB8AC3E}">
        <p14:creationId xmlns:p14="http://schemas.microsoft.com/office/powerpoint/2010/main" val="2003124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0</Words>
  <Application>Microsoft Office PowerPoint</Application>
  <PresentationFormat>Widescreen</PresentationFormat>
  <Paragraphs>0</Paragraphs>
  <Slides>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6" baseType="lpstr">
      <vt:lpstr>office theme</vt:lpstr>
      <vt:lpstr>measuring water level using ultrasonic sensor Bhavya </vt:lpstr>
      <vt:lpstr>Project Overview</vt:lpstr>
      <vt:lpstr>Key Features</vt:lpstr>
      <vt:lpstr>Connections</vt:lpstr>
      <vt:lpstr>Conclusion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90</cp:revision>
  <dcterms:created xsi:type="dcterms:W3CDTF">2025-03-17T09:55:44Z</dcterms:created>
  <dcterms:modified xsi:type="dcterms:W3CDTF">2025-03-17T10:14:53Z</dcterms:modified>
</cp:coreProperties>
</file>